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ms-powerpoint.authors+xml" PartName="/ppt/authors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  <p:sldId id="268" r:id="rId4"/>
    <p:sldId id="269" r:id="rId5"/>
    <p:sldId id="270" r:id="rId6"/>
    <p:sldId id="271" r:id="rId7"/>
    <p:sldId id="272" r:id="rId8"/>
    <p:sldId id="277" r:id="rId9"/>
    <p:sldId id="27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969A2F-56AE-34CC-A51B-68C3F74DCDA9}" name="ex1" initials="e" userId="ex1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82" autoAdjust="0"/>
  </p:normalViewPr>
  <p:slideViewPr>
    <p:cSldViewPr snapToGrid="0" snapToObjects="1"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presProps.xml" Type="http://schemas.openxmlformats.org/officeDocument/2006/relationships/presProps"/><Relationship Id="rId12" Target="viewProps.xml" Type="http://schemas.openxmlformats.org/officeDocument/2006/relationships/viewProps"/><Relationship Id="rId13" Target="theme/theme1.xml" Type="http://schemas.openxmlformats.org/officeDocument/2006/relationships/theme"/><Relationship Id="rId14" Target="tableStyles.xml" Type="http://schemas.openxmlformats.org/officeDocument/2006/relationships/tableStyles"/><Relationship Id="rId15" Target="authors.xml" Type="http://schemas.microsoft.com/office/2018/10/relationships/authors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https://www.sarang.org/" TargetMode="External" Type="http://schemas.openxmlformats.org/officeDocument/2006/relationships/hyperlink"/><Relationship Id="rId3" Target="../media/image1.jpg" Type="http://schemas.openxmlformats.org/officeDocument/2006/relationships/image"/><Relationship Id="rId4" Target="../media/image2.jp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https://www.sarang.org/info/history.asp" TargetMode="External" Type="http://schemas.openxmlformats.org/officeDocument/2006/relationships/hyperlink"/><Relationship Id="rId3" Target="https://www.bookwang.cc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683C80-0AB5-7E73-778B-34DD14ADF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2085789"/>
            <a:ext cx="5448390" cy="1242628"/>
          </a:xfrm>
        </p:spPr>
        <p:txBody>
          <a:bodyPr anchor="b">
            <a:normAutofit/>
          </a:bodyPr>
          <a:lstStyle/>
          <a:p>
            <a:r>
              <a:rPr lang="ko-KR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경향교회 홈페이지 개편안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B6DFCD-45CA-C693-867A-6C21F009E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3512099"/>
            <a:ext cx="4572000" cy="830134"/>
          </a:xfrm>
        </p:spPr>
        <p:txBody>
          <a:bodyPr anchor="t">
            <a:normAutofit/>
          </a:bodyPr>
          <a:lstStyle/>
          <a:p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</a:t>
            </a: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차 시안</a:t>
            </a: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ko-KR" alt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86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31D210CE-4505-E263-F33A-AAC361211E5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08781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fontAlgn="base" latinLnBrk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40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목차</a:t>
            </a:r>
            <a:r>
              <a:rPr lang="ko-KR" altLang="en-US" sz="40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endParaRPr lang="ko-KR" altLang="en-US" sz="4000" b="1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1665A7-E913-EE7A-16D0-841F81666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9320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           </a:t>
            </a:r>
            <a:r>
              <a:rPr lang="en-US" altLang="ko-KR" b="1" dirty="0"/>
              <a:t>[</a:t>
            </a:r>
            <a:r>
              <a:rPr lang="ko-KR" altLang="en-US" sz="3000" b="1" dirty="0">
                <a:latin typeface="+mj-ea"/>
                <a:ea typeface="+mj-ea"/>
              </a:rPr>
              <a:t>기존 목차</a:t>
            </a:r>
            <a:r>
              <a:rPr lang="en-US" altLang="ko-KR" sz="3000" b="1" dirty="0">
                <a:latin typeface="+mj-ea"/>
                <a:ea typeface="+mj-ea"/>
              </a:rPr>
              <a:t>]</a:t>
            </a:r>
            <a:r>
              <a:rPr lang="ko-KR" altLang="en-US" sz="3000" b="1" dirty="0">
                <a:latin typeface="+mj-ea"/>
                <a:ea typeface="+mj-ea"/>
              </a:rPr>
              <a:t> </a:t>
            </a:r>
            <a:endParaRPr lang="en-US" altLang="ko-KR" sz="3000" b="1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2200" dirty="0">
                <a:latin typeface="+mj-ea"/>
                <a:ea typeface="+mj-ea"/>
              </a:rPr>
              <a:t>  </a:t>
            </a: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소개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예배</a:t>
            </a:r>
            <a:r>
              <a:rPr lang="en-US" altLang="ko-KR" sz="2200" b="1" dirty="0">
                <a:latin typeface="+mj-ea"/>
                <a:ea typeface="+mj-ea"/>
              </a:rPr>
              <a:t>    </a:t>
            </a: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교육기관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연합기관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소식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ko-KR" sz="2200" b="1" dirty="0">
                <a:latin typeface="+mj-ea"/>
                <a:ea typeface="+mj-ea"/>
              </a:rPr>
              <a:t>e</a:t>
            </a:r>
            <a:r>
              <a:rPr lang="ko-KR" altLang="en-US" sz="2200" b="1" dirty="0">
                <a:latin typeface="+mj-ea"/>
                <a:ea typeface="+mj-ea"/>
              </a:rPr>
              <a:t>교회행정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ko-KR" sz="2200" b="1" dirty="0">
                <a:solidFill>
                  <a:srgbClr val="FF0000"/>
                </a:solidFill>
                <a:latin typeface="+mj-ea"/>
                <a:ea typeface="+mj-ea"/>
              </a:rPr>
              <a:t>6</a:t>
            </a:r>
            <a:r>
              <a:rPr lang="ko-KR" altLang="en-US" sz="2200" b="1" dirty="0">
                <a:solidFill>
                  <a:srgbClr val="FF0000"/>
                </a:solidFill>
                <a:latin typeface="+mj-ea"/>
                <a:ea typeface="+mj-ea"/>
              </a:rPr>
              <a:t>개</a:t>
            </a:r>
            <a:endParaRPr lang="en-US" altLang="ko-KR" sz="22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08C3AD1-5065-E7F8-5D8B-A295986E5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9320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           </a:t>
            </a:r>
            <a:r>
              <a:rPr lang="en-US" altLang="ko-KR" sz="3000" b="1" dirty="0"/>
              <a:t>[</a:t>
            </a:r>
            <a:r>
              <a:rPr lang="ko-KR" altLang="en-US" sz="3000" b="1" dirty="0"/>
              <a:t>변경 목차</a:t>
            </a:r>
            <a:r>
              <a:rPr lang="en-US" altLang="ko-KR" sz="3000" b="1" dirty="0"/>
              <a:t>]</a:t>
            </a:r>
          </a:p>
          <a:p>
            <a:pPr marL="0" indent="0">
              <a:buNone/>
            </a:pPr>
            <a:r>
              <a:rPr lang="en-US" altLang="ko-KR" sz="2800" dirty="0">
                <a:latin typeface="+mj-ea"/>
                <a:ea typeface="+mj-ea"/>
              </a:rPr>
              <a:t>  </a:t>
            </a: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교회 소개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예배와 교육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목양과 사역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ko-KR" altLang="en-US" sz="2200" b="1" dirty="0">
                <a:latin typeface="+mj-ea"/>
                <a:ea typeface="+mj-ea"/>
              </a:rPr>
              <a:t>교회 활동</a:t>
            </a:r>
            <a:endParaRPr lang="en-US" altLang="ko-KR" sz="2200" b="1" dirty="0">
              <a:latin typeface="+mj-ea"/>
              <a:ea typeface="+mj-ea"/>
            </a:endParaRPr>
          </a:p>
          <a:p>
            <a:pPr marL="0" indent="0" algn="ctr">
              <a:buNone/>
            </a:pPr>
            <a:endParaRPr lang="en-US" altLang="ko-KR" sz="22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ko-KR" sz="2200" b="1" dirty="0">
                <a:solidFill>
                  <a:srgbClr val="FF0000"/>
                </a:solidFill>
                <a:latin typeface="+mj-ea"/>
                <a:ea typeface="+mj-ea"/>
              </a:rPr>
              <a:t>4</a:t>
            </a:r>
            <a:r>
              <a:rPr lang="ko-KR" altLang="en-US" sz="2200" b="1" dirty="0">
                <a:solidFill>
                  <a:srgbClr val="FF0000"/>
                </a:solidFill>
                <a:latin typeface="+mj-ea"/>
                <a:ea typeface="+mj-ea"/>
              </a:rPr>
              <a:t>개</a:t>
            </a:r>
            <a:endParaRPr lang="en-US" altLang="ko-KR" sz="22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357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76ED6-9479-B148-F880-98296807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38E1B806-8161-FB3D-4493-64146A9F83D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08781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fontAlgn="base" latinLnBrk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40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목차 형식</a:t>
            </a:r>
            <a:r>
              <a:rPr lang="ko-KR" altLang="en-US" sz="40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endParaRPr lang="ko-KR" altLang="en-US" sz="4000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E1AF7E-1EBA-72A1-0A3D-AD49BA10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138734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/>
              <a:t>[</a:t>
            </a:r>
            <a:r>
              <a:rPr lang="ko-KR" altLang="en-US" sz="4000" b="1" dirty="0"/>
              <a:t>변경 목차</a:t>
            </a:r>
            <a:r>
              <a:rPr lang="en-US" altLang="ko-KR" sz="4000" b="1" dirty="0"/>
              <a:t>]                              </a:t>
            </a:r>
            <a:r>
              <a:rPr lang="en-US" altLang="ko-KR" sz="2200" b="1" dirty="0"/>
              <a:t>* </a:t>
            </a:r>
            <a:r>
              <a:rPr lang="ko-KR" altLang="en-US" sz="2200" b="1" dirty="0"/>
              <a:t>참고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r>
              <a:rPr lang="ko-KR" altLang="en-US" sz="2200" dirty="0">
                <a:hlinkClick r:id="rId2"/>
              </a:rPr>
              <a:t> </a:t>
            </a:r>
            <a:r>
              <a:rPr lang="ko-KR" altLang="en-US" sz="2200" dirty="0" err="1">
                <a:hlinkClick r:id="rId2"/>
              </a:rPr>
              <a:t>사랑의교회</a:t>
            </a:r>
            <a:br>
              <a:rPr lang="en-US" altLang="ko-KR" sz="2200" dirty="0"/>
            </a:br>
            <a:br>
              <a:rPr lang="en-US" altLang="ko-KR" sz="2200" b="1" dirty="0"/>
            </a:br>
            <a:br>
              <a:rPr lang="en-US" altLang="ko-KR" sz="4000" b="1" dirty="0"/>
            </a:b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E016733-1A10-B0C2-C86D-988E97FE6BF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105400" y="1600200"/>
            <a:ext cx="4038600" cy="509270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           </a:t>
            </a:r>
            <a:r>
              <a:rPr lang="en-US" altLang="ko-KR" sz="2800" dirty="0">
                <a:latin typeface="+mj-ea"/>
                <a:ea typeface="+mj-ea"/>
              </a:rPr>
              <a:t>  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AB0C1BCB-87CD-C8C4-4FBE-FFCE0210E7BB}"/>
              </a:ext>
            </a:extLst>
          </p:cNvPr>
          <p:cNvSpPr txBox="1">
            <a:spLocks/>
          </p:cNvSpPr>
          <p:nvPr/>
        </p:nvSpPr>
        <p:spPr>
          <a:xfrm>
            <a:off x="722313" y="1367726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[</a:t>
            </a:r>
            <a:r>
              <a:rPr lang="ko-KR" altLang="en-US" dirty="0"/>
              <a:t>기존 목차</a:t>
            </a:r>
            <a:r>
              <a:rPr lang="en-US" altLang="ko-KR" dirty="0"/>
              <a:t>]</a:t>
            </a:r>
          </a:p>
          <a:p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" name="그림 9" descr="텍스트, 스크린샷, 패브릭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6A85AED-920C-91DB-37A9-5488CC1A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773"/>
          <a:stretch/>
        </p:blipFill>
        <p:spPr>
          <a:xfrm>
            <a:off x="1170432" y="2064698"/>
            <a:ext cx="7205472" cy="815702"/>
          </a:xfrm>
          <a:prstGeom prst="rect">
            <a:avLst/>
          </a:prstGeom>
        </p:spPr>
      </p:pic>
      <p:pic>
        <p:nvPicPr>
          <p:cNvPr id="12" name="그림 11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5E9224-142D-B39E-B694-F6D04C38A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822192"/>
            <a:ext cx="7205472" cy="294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9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9FD4-BCE8-7A49-3181-ADF118F6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A54DD3-B7A0-4CC3-BAF6-45E83ADBC5B2}"/>
              </a:ext>
            </a:extLst>
          </p:cNvPr>
          <p:cNvSpPr txBox="1"/>
          <p:nvPr/>
        </p:nvSpPr>
        <p:spPr>
          <a:xfrm>
            <a:off x="457200" y="818547"/>
            <a:ext cx="7458075" cy="6265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/>
            </a:pPr>
            <a:r>
              <a:rPr lang="ko-KR" altLang="en-US" sz="2500" b="1" dirty="0">
                <a:latin typeface="+mj-ea"/>
                <a:ea typeface="+mj-ea"/>
              </a:rPr>
              <a:t>교회소개</a:t>
            </a:r>
            <a:endParaRPr lang="en-US" altLang="ko-KR" sz="2500" b="1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ko-KR" altLang="en-US" sz="2000" dirty="0">
                <a:latin typeface="+mj-ea"/>
                <a:ea typeface="+mj-ea"/>
              </a:rPr>
              <a:t>      </a:t>
            </a:r>
            <a:r>
              <a:rPr lang="ko-KR" altLang="en-US" sz="2000" b="1" dirty="0">
                <a:latin typeface="+mj-ea"/>
                <a:ea typeface="+mj-ea"/>
              </a:rPr>
              <a:t>교회안내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latin typeface="+mj-ea"/>
                <a:ea typeface="+mj-ea"/>
              </a:rPr>
              <a:t>           :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소개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(?)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역사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strike="sngStrike" dirty="0">
                <a:solidFill>
                  <a:srgbClr val="FF0000"/>
                </a:solidFill>
                <a:latin typeface="+mj-ea"/>
                <a:ea typeface="+mj-ea"/>
              </a:rPr>
              <a:t>신학 노선</a:t>
            </a:r>
            <a:endParaRPr lang="en-US" altLang="ko-KR" sz="1200" strike="sngStrike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* ‘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소개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’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는 </a:t>
            </a:r>
            <a:r>
              <a:rPr lang="ko-KR" altLang="en-US" sz="1200" dirty="0" err="1">
                <a:solidFill>
                  <a:srgbClr val="FF0000"/>
                </a:solidFill>
                <a:latin typeface="+mj-ea"/>
                <a:ea typeface="+mj-ea"/>
              </a:rPr>
              <a:t>최유빈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 목사님 중심으로 진행 중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* ‘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역사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’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 디자인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및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컨셉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   - </a:t>
            </a:r>
            <a:r>
              <a:rPr lang="ko-KR" altLang="en-US" sz="1200" dirty="0" err="1">
                <a:solidFill>
                  <a:srgbClr val="FF0000"/>
                </a:solidFill>
                <a:latin typeface="+mj-ea"/>
                <a:ea typeface="+mj-ea"/>
              </a:rPr>
              <a:t>사랑의교회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스크롤다운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ko-KR" altLang="en-US" sz="1200" dirty="0">
                <a:hlinkClick r:id="rId2"/>
              </a:rPr>
              <a:t>역사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   - </a:t>
            </a:r>
            <a:r>
              <a:rPr lang="ko-KR" altLang="en-US" sz="1200" dirty="0" err="1">
                <a:solidFill>
                  <a:srgbClr val="FF0000"/>
                </a:solidFill>
                <a:latin typeface="+mj-ea"/>
                <a:ea typeface="+mj-ea"/>
              </a:rPr>
              <a:t>대구부광교회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트리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ko-KR" altLang="en-US" sz="1200" dirty="0" err="1">
                <a:hlinkClick r:id="rId3"/>
              </a:rPr>
              <a:t>대구부광교회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      * 10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년 단위로 구성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주요 키워드 입력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      *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주요 사진들 삽입 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      *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내용은 교역자가 제공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  <a:latin typeface="+mj-ea"/>
                <a:ea typeface="+mj-ea"/>
              </a:rPr>
              <a:t>최유빈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 목사님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?)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ko-KR" altLang="en-US" sz="2000" b="1" dirty="0">
                <a:latin typeface="+mj-ea"/>
                <a:ea typeface="+mj-ea"/>
              </a:rPr>
              <a:t>      섬기는 사람들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100" dirty="0">
                <a:latin typeface="+mj-ea"/>
                <a:ea typeface="+mj-ea"/>
              </a:rPr>
              <a:t>             </a:t>
            </a:r>
            <a:r>
              <a:rPr lang="en-US" altLang="ko-KR" sz="1200" dirty="0">
                <a:latin typeface="+mj-ea"/>
                <a:ea typeface="+mj-ea"/>
              </a:rPr>
              <a:t>: </a:t>
            </a:r>
            <a:r>
              <a:rPr lang="ko-KR" altLang="en-US" sz="1200" dirty="0">
                <a:latin typeface="+mj-ea"/>
                <a:ea typeface="+mj-ea"/>
              </a:rPr>
              <a:t>담임 목사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원로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·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은퇴 목사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장로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교역자</a:t>
            </a:r>
            <a:endParaRPr lang="en-US" altLang="ko-KR" sz="12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kern="0" dirty="0">
                <a:solidFill>
                  <a:srgbClr val="FF0000"/>
                </a:solidFill>
                <a:latin typeface="+mj-ea"/>
                <a:ea typeface="+mj-ea"/>
              </a:rPr>
              <a:t>               *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담임</a:t>
            </a:r>
            <a:r>
              <a:rPr lang="en-US" altLang="ko-KR" sz="1200" kern="0" spc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원로</a:t>
            </a:r>
            <a:r>
              <a:rPr lang="en-US" altLang="ko-KR" sz="1200" kern="0" spc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·</a:t>
            </a:r>
            <a:r>
              <a:rPr lang="ko-KR" altLang="en-US" sz="1200" kern="0" dirty="0">
                <a:solidFill>
                  <a:srgbClr val="FF0000"/>
                </a:solidFill>
                <a:latin typeface="+mj-ea"/>
                <a:ea typeface="+mj-ea"/>
              </a:rPr>
              <a:t>은퇴 목사 약력 삭제 </a:t>
            </a:r>
            <a:endParaRPr lang="en-US" altLang="ko-KR" sz="1200" kern="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kern="0" dirty="0">
                <a:solidFill>
                  <a:srgbClr val="FF0000"/>
                </a:solidFill>
                <a:latin typeface="+mj-ea"/>
                <a:ea typeface="+mj-ea"/>
              </a:rPr>
              <a:t>               * </a:t>
            </a:r>
            <a:r>
              <a:rPr lang="ko-KR" altLang="en-US" sz="1200" kern="0" dirty="0">
                <a:solidFill>
                  <a:srgbClr val="FF0000"/>
                </a:solidFill>
                <a:latin typeface="+mj-ea"/>
                <a:ea typeface="+mj-ea"/>
              </a:rPr>
              <a:t>사진 다시 찍자는 의견 있음</a:t>
            </a:r>
            <a:endParaRPr lang="en-US" altLang="ko-KR" sz="1200" kern="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ko-KR" altLang="en-US" sz="2000" b="1" dirty="0">
                <a:latin typeface="+mj-ea"/>
                <a:ea typeface="+mj-ea"/>
              </a:rPr>
              <a:t>      교회정보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latin typeface="+mj-ea"/>
                <a:ea typeface="+mj-ea"/>
              </a:rPr>
              <a:t>             : </a:t>
            </a:r>
            <a:r>
              <a:rPr lang="ko-KR" altLang="en-US" sz="1200" dirty="0">
                <a:latin typeface="+mj-ea"/>
                <a:ea typeface="+mj-ea"/>
              </a:rPr>
              <a:t>교회 위치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교회 시설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전화번호</a:t>
            </a:r>
            <a:r>
              <a:rPr lang="en-US" altLang="ko-KR" sz="1200" dirty="0">
                <a:latin typeface="+mj-ea"/>
                <a:ea typeface="+mj-ea"/>
              </a:rPr>
              <a:t>,   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latin typeface="+mj-ea"/>
                <a:ea typeface="+mj-ea"/>
              </a:rPr>
              <a:t>               </a:t>
            </a:r>
            <a:r>
              <a:rPr lang="ko-KR" altLang="en-US" sz="1200" dirty="0">
                <a:latin typeface="+mj-ea"/>
                <a:ea typeface="+mj-ea"/>
              </a:rPr>
              <a:t>온라인 헌금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교회 일정</a:t>
            </a:r>
            <a:r>
              <a:rPr lang="en-US" altLang="ko-KR" sz="1200" dirty="0">
                <a:latin typeface="+mj-ea"/>
                <a:ea typeface="+mj-ea"/>
              </a:rPr>
              <a:t>, e</a:t>
            </a:r>
            <a:r>
              <a:rPr lang="ko-KR" altLang="en-US" sz="1200" dirty="0">
                <a:latin typeface="+mj-ea"/>
                <a:ea typeface="+mj-ea"/>
              </a:rPr>
              <a:t>행정</a:t>
            </a:r>
            <a:endParaRPr lang="en-US" altLang="ko-KR" sz="12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latin typeface="+mj-ea"/>
                <a:ea typeface="+mj-ea"/>
              </a:rPr>
              <a:t>              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교회 시설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: </a:t>
            </a:r>
            <a:r>
              <a:rPr lang="ko-KR" altLang="en-US" sz="1200" dirty="0" err="1">
                <a:solidFill>
                  <a:srgbClr val="FF0000"/>
                </a:solidFill>
                <a:latin typeface="+mj-ea"/>
                <a:ea typeface="+mj-ea"/>
              </a:rPr>
              <a:t>사랑의교회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 참고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/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교회 일정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주별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옆으로 넘기는 형식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),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월별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             *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교회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정보는 실무 차원에서 미디어부에서 담당하면 좋을 듯함</a:t>
            </a: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  <a:p>
            <a:pPr lvl="1">
              <a:lnSpc>
                <a:spcPct val="150000"/>
              </a:lnSpc>
              <a:defRPr sz="1400"/>
            </a:pPr>
            <a:r>
              <a:rPr lang="ko-KR" altLang="en-US" sz="2000" dirty="0">
                <a:latin typeface="+mj-ea"/>
                <a:ea typeface="+mj-ea"/>
              </a:rPr>
              <a:t>      </a:t>
            </a:r>
            <a:endParaRPr lang="en-US" altLang="ko-KR" sz="2000" dirty="0">
              <a:latin typeface="+mj-ea"/>
              <a:ea typeface="+mj-ea"/>
            </a:endParaRPr>
          </a:p>
        </p:txBody>
      </p:sp>
      <p:sp>
        <p:nvSpPr>
          <p:cNvPr id="8" name="제목 3">
            <a:extLst>
              <a:ext uri="{FF2B5EF4-FFF2-40B4-BE49-F238E27FC236}">
                <a16:creationId xmlns:a16="http://schemas.microsoft.com/office/drawing/2014/main" id="{17C4825D-B435-4948-9B62-F145FA49CE4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08781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목차 항목</a:t>
            </a:r>
            <a:endParaRPr kumimoji="0" lang="en-US" altLang="ko-KR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R="0" lvl="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j-cs"/>
              </a:rPr>
              <a:t> 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077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9FD4-BCE8-7A49-3181-ADF118F6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536F1288-2BCD-BC02-25F9-353FB3626BE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08781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목차 항목</a:t>
            </a:r>
            <a:endParaRPr kumimoji="0" lang="en-US" altLang="ko-KR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R="0" lvl="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j-cs"/>
              </a:rPr>
              <a:t> 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A88F761-C179-33C3-B352-4E38E17BF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2475" y="818547"/>
            <a:ext cx="7781925" cy="5531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              </a:t>
            </a:r>
            <a:r>
              <a:rPr lang="en-US" altLang="ko-KR" sz="2800" dirty="0">
                <a:latin typeface="+mj-ea"/>
                <a:ea typeface="+mj-ea"/>
              </a:rPr>
              <a:t>  </a:t>
            </a:r>
          </a:p>
          <a:p>
            <a:pPr marL="0" indent="0" algn="ctr">
              <a:buNone/>
            </a:pP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54DD3-B7A0-4CC3-BAF6-45E83ADBC5B2}"/>
              </a:ext>
            </a:extLst>
          </p:cNvPr>
          <p:cNvSpPr txBox="1"/>
          <p:nvPr/>
        </p:nvSpPr>
        <p:spPr>
          <a:xfrm>
            <a:off x="457200" y="713772"/>
            <a:ext cx="8229599" cy="647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 sz="1400"/>
            </a:pPr>
            <a:r>
              <a:rPr lang="ko-KR" altLang="en-US" sz="2500" b="1" dirty="0">
                <a:latin typeface="+mj-ea"/>
                <a:ea typeface="+mj-ea"/>
              </a:rPr>
              <a:t>예배와 교육</a:t>
            </a:r>
            <a:r>
              <a:rPr lang="ko-KR" altLang="en-US" sz="2000" dirty="0">
                <a:latin typeface="+mj-ea"/>
                <a:ea typeface="+mj-ea"/>
              </a:rPr>
              <a:t>      </a:t>
            </a:r>
            <a:endParaRPr lang="en-US" altLang="ko-KR" sz="20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2000" dirty="0">
                <a:latin typeface="+mj-ea"/>
                <a:ea typeface="+mj-ea"/>
              </a:rPr>
              <a:t>      </a:t>
            </a:r>
            <a:r>
              <a:rPr lang="ko-KR" altLang="en-US" sz="2000" b="1" dirty="0">
                <a:latin typeface="+mj-ea"/>
                <a:ea typeface="+mj-ea"/>
              </a:rPr>
              <a:t>예배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: </a:t>
            </a:r>
            <a:r>
              <a:rPr lang="ko-KR" altLang="en-US" sz="1400" dirty="0">
                <a:latin typeface="+mj-ea"/>
                <a:ea typeface="+mj-ea"/>
              </a:rPr>
              <a:t>예배시간안내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생방송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: </a:t>
            </a:r>
            <a:r>
              <a:rPr lang="ko-KR" altLang="en-US" sz="1400" dirty="0">
                <a:latin typeface="+mj-ea"/>
                <a:ea typeface="+mj-ea"/>
              </a:rPr>
              <a:t>예배실황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  - </a:t>
            </a:r>
            <a:r>
              <a:rPr lang="ko-KR" altLang="en-US" sz="1400" dirty="0" err="1">
                <a:latin typeface="+mj-ea"/>
                <a:ea typeface="+mj-ea"/>
              </a:rPr>
              <a:t>주일낮예배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 err="1">
                <a:latin typeface="+mj-ea"/>
                <a:ea typeface="+mj-ea"/>
              </a:rPr>
              <a:t>주일밤예배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수요예배</a:t>
            </a:r>
            <a:r>
              <a:rPr lang="en-US" altLang="ko-KR" sz="1400" dirty="0">
                <a:latin typeface="+mj-ea"/>
                <a:ea typeface="+mj-ea"/>
              </a:rPr>
              <a:t>,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      </a:t>
            </a:r>
            <a:r>
              <a:rPr lang="ko-KR" altLang="en-US" sz="1400" dirty="0">
                <a:latin typeface="+mj-ea"/>
                <a:ea typeface="+mj-ea"/>
              </a:rPr>
              <a:t>특별예배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 err="1">
                <a:latin typeface="+mj-ea"/>
                <a:ea typeface="+mj-ea"/>
              </a:rPr>
              <a:t>금요밤기도회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강해 및 특강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: </a:t>
            </a:r>
            <a:r>
              <a:rPr lang="ko-KR" altLang="en-US" sz="1400" dirty="0">
                <a:latin typeface="+mj-ea"/>
                <a:ea typeface="+mj-ea"/>
              </a:rPr>
              <a:t>특별순서</a:t>
            </a:r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 err="1">
                <a:latin typeface="+mj-ea"/>
                <a:ea typeface="+mj-ea"/>
              </a:rPr>
              <a:t>특송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간증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             * </a:t>
            </a:r>
            <a:r>
              <a:rPr lang="ko-KR" altLang="en-US" sz="1400" dirty="0" err="1">
                <a:solidFill>
                  <a:srgbClr val="FF0000"/>
                </a:solidFill>
                <a:latin typeface="+mj-ea"/>
                <a:ea typeface="+mj-ea"/>
              </a:rPr>
              <a:t>금요기도회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 실황에 </a:t>
            </a:r>
            <a:r>
              <a:rPr lang="ko-KR" altLang="en-US" sz="1400" dirty="0" err="1">
                <a:solidFill>
                  <a:srgbClr val="FF0000"/>
                </a:solidFill>
                <a:latin typeface="+mj-ea"/>
                <a:ea typeface="+mj-ea"/>
              </a:rPr>
              <a:t>인지저스팀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 찬양 시간 포함</a:t>
            </a:r>
            <a:endParaRPr lang="en-US" altLang="ko-KR" sz="14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             * 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영상 및 음향 개선 필요</a:t>
            </a:r>
            <a:r>
              <a:rPr lang="ko-KR" altLang="en-US" sz="1400" dirty="0">
                <a:latin typeface="+mj-ea"/>
                <a:ea typeface="+mj-ea"/>
              </a:rPr>
              <a:t>      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2000" b="1" dirty="0">
                <a:latin typeface="+mj-ea"/>
                <a:ea typeface="+mj-ea"/>
              </a:rPr>
              <a:t>      </a:t>
            </a:r>
            <a:r>
              <a:rPr lang="ko-KR" altLang="en-US" sz="2000" b="1" dirty="0">
                <a:latin typeface="+mj-ea"/>
                <a:ea typeface="+mj-ea"/>
              </a:rPr>
              <a:t>교육</a:t>
            </a:r>
            <a:r>
              <a:rPr lang="en-US" altLang="ko-KR" sz="1300" b="1">
                <a:latin typeface="+mj-ea"/>
                <a:ea typeface="+mj-ea"/>
              </a:rPr>
              <a:t>  </a:t>
            </a:r>
            <a:r>
              <a:rPr lang="en-US" altLang="ko-KR" sz="1300">
                <a:latin typeface="+mj-ea"/>
                <a:ea typeface="+mj-ea"/>
              </a:rPr>
              <a:t>           </a:t>
            </a:r>
            <a:endParaRPr lang="en-US" altLang="ko-KR" sz="13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: </a:t>
            </a:r>
            <a:r>
              <a:rPr lang="ko-KR" altLang="en-US" sz="1400" dirty="0">
                <a:latin typeface="+mj-ea"/>
                <a:ea typeface="+mj-ea"/>
              </a:rPr>
              <a:t>주일학교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             :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중등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·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고등부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             :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대학부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             :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청년회</a:t>
            </a:r>
            <a:r>
              <a:rPr lang="en-US" altLang="ko-KR" sz="1400" kern="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1400" kern="0" dirty="0">
                <a:solidFill>
                  <a:srgbClr val="FF0000"/>
                </a:solidFill>
                <a:latin typeface="+mj-ea"/>
                <a:ea typeface="+mj-ea"/>
              </a:rPr>
              <a:t>어디 소속</a:t>
            </a:r>
            <a:r>
              <a:rPr lang="en-US" altLang="ko-KR" sz="1400" kern="0" dirty="0">
                <a:solidFill>
                  <a:srgbClr val="FF0000"/>
                </a:solidFill>
                <a:latin typeface="+mj-ea"/>
                <a:ea typeface="+mj-ea"/>
              </a:rPr>
              <a:t>?)     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             </a:t>
            </a:r>
            <a:r>
              <a:rPr lang="en-US" altLang="ko-KR" sz="1400" dirty="0">
                <a:latin typeface="+mj-ea"/>
                <a:ea typeface="+mj-ea"/>
              </a:rPr>
              <a:t>: </a:t>
            </a:r>
            <a:r>
              <a:rPr lang="ko-KR" altLang="en-US" sz="1400" dirty="0" err="1">
                <a:latin typeface="+mj-ea"/>
                <a:ea typeface="+mj-ea"/>
              </a:rPr>
              <a:t>경향시니어스쿨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: </a:t>
            </a:r>
            <a:r>
              <a:rPr lang="ko-KR" altLang="en-US" sz="1400" dirty="0">
                <a:latin typeface="+mj-ea"/>
                <a:ea typeface="+mj-ea"/>
              </a:rPr>
              <a:t>평생교육원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 : </a:t>
            </a:r>
            <a:r>
              <a:rPr lang="ko-KR" altLang="en-US" sz="1400" dirty="0">
                <a:latin typeface="+mj-ea"/>
                <a:ea typeface="+mj-ea"/>
              </a:rPr>
              <a:t>새소식반 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endParaRPr lang="en-US" altLang="ko-KR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ko-KR" altLang="en-US" sz="1400" dirty="0">
                <a:latin typeface="+mj-ea"/>
                <a:ea typeface="+mj-ea"/>
              </a:rPr>
              <a:t>            </a:t>
            </a:r>
            <a:endParaRPr lang="en-US" altLang="ko-KR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6543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9FD4-BCE8-7A49-3181-ADF118F6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536F1288-2BCD-BC02-25F9-353FB3626BE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08781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목차 항목</a:t>
            </a:r>
            <a:endParaRPr kumimoji="0" lang="en-US" altLang="ko-KR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R="0" lvl="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j-cs"/>
              </a:rPr>
              <a:t> 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A88F761-C179-33C3-B352-4E38E17BF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075308"/>
            <a:ext cx="4848224" cy="5531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                     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54DD3-B7A0-4CC3-BAF6-45E83ADBC5B2}"/>
              </a:ext>
            </a:extLst>
          </p:cNvPr>
          <p:cNvSpPr txBox="1"/>
          <p:nvPr/>
        </p:nvSpPr>
        <p:spPr>
          <a:xfrm>
            <a:off x="457200" y="809022"/>
            <a:ext cx="7772400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/>
            </a:pPr>
            <a:r>
              <a:rPr lang="ko-KR" altLang="en-US" sz="2500" b="1" dirty="0">
                <a:latin typeface="+mj-ea"/>
                <a:ea typeface="+mj-ea"/>
              </a:rPr>
              <a:t>목양과 사역</a:t>
            </a:r>
            <a:endParaRPr lang="en-US" altLang="ko-KR" sz="2500" b="1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ko-KR" altLang="en-US" sz="2000" b="1" dirty="0">
                <a:latin typeface="+mj-ea"/>
                <a:ea typeface="+mj-ea"/>
              </a:rPr>
              <a:t>       목양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200" dirty="0">
                <a:latin typeface="+mj-ea"/>
                <a:ea typeface="+mj-ea"/>
              </a:rPr>
              <a:t>                </a:t>
            </a:r>
            <a:r>
              <a:rPr lang="en-US" altLang="ko-KR" sz="1500" dirty="0">
                <a:latin typeface="+mj-ea"/>
                <a:ea typeface="+mj-ea"/>
              </a:rPr>
              <a:t>   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 err="1">
                <a:latin typeface="+mj-ea"/>
                <a:ea typeface="+mj-ea"/>
              </a:rPr>
              <a:t>새가족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    - </a:t>
            </a:r>
            <a:r>
              <a:rPr lang="ko-KR" altLang="en-US" sz="1600" dirty="0">
                <a:latin typeface="+mj-ea"/>
                <a:ea typeface="+mj-ea"/>
              </a:rPr>
              <a:t>새가족등록</a:t>
            </a:r>
            <a:r>
              <a:rPr lang="en-US" altLang="ko-KR" sz="1600" dirty="0">
                <a:latin typeface="+mj-ea"/>
                <a:ea typeface="+mj-ea"/>
              </a:rPr>
              <a:t>                  </a:t>
            </a: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    - </a:t>
            </a:r>
            <a:r>
              <a:rPr lang="ko-KR" altLang="en-US" sz="1600" dirty="0">
                <a:latin typeface="+mj-ea"/>
                <a:ea typeface="+mj-ea"/>
              </a:rPr>
              <a:t>새가족모임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: </a:t>
            </a:r>
            <a:r>
              <a:rPr lang="ko-KR" altLang="en-US" sz="1600" dirty="0">
                <a:latin typeface="+mj-ea"/>
                <a:ea typeface="+mj-ea"/>
              </a:rPr>
              <a:t>소모임  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    - </a:t>
            </a:r>
            <a:r>
              <a:rPr lang="ko-KR" altLang="en-US" sz="1600" dirty="0">
                <a:latin typeface="+mj-ea"/>
                <a:ea typeface="+mj-ea"/>
              </a:rPr>
              <a:t>구역모임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    - </a:t>
            </a:r>
            <a:r>
              <a:rPr lang="ko-KR" altLang="en-US" sz="1600" dirty="0" err="1">
                <a:latin typeface="+mj-ea"/>
                <a:ea typeface="+mj-ea"/>
              </a:rPr>
              <a:t>전도회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    - </a:t>
            </a:r>
            <a:r>
              <a:rPr lang="ko-KR" altLang="en-US" sz="1600" dirty="0">
                <a:latin typeface="+mj-ea"/>
                <a:ea typeface="+mj-ea"/>
              </a:rPr>
              <a:t>동호회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ko-KR" altLang="en-US" sz="2000" dirty="0">
                <a:latin typeface="+mj-ea"/>
                <a:ea typeface="+mj-ea"/>
              </a:rPr>
              <a:t>       </a:t>
            </a:r>
            <a:r>
              <a:rPr lang="ko-KR" altLang="en-US" sz="2000" b="1" dirty="0">
                <a:latin typeface="+mj-ea"/>
                <a:ea typeface="+mj-ea"/>
              </a:rPr>
              <a:t>사역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500" dirty="0">
                <a:latin typeface="+mj-ea"/>
                <a:ea typeface="+mj-ea"/>
              </a:rPr>
              <a:t>                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 err="1">
                <a:latin typeface="+mj-ea"/>
                <a:ea typeface="+mj-ea"/>
              </a:rPr>
              <a:t>별들의학교</a:t>
            </a:r>
            <a:r>
              <a:rPr lang="en-US" altLang="ko-KR" sz="1600" dirty="0">
                <a:latin typeface="+mj-ea"/>
                <a:ea typeface="+mj-ea"/>
              </a:rPr>
              <a:t>             </a:t>
            </a: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: </a:t>
            </a:r>
            <a:r>
              <a:rPr lang="ko-KR" altLang="en-US" sz="1600" dirty="0">
                <a:latin typeface="+mj-ea"/>
                <a:ea typeface="+mj-ea"/>
              </a:rPr>
              <a:t>제네바신학대학원대학교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latin typeface="+mj-ea"/>
                <a:ea typeface="+mj-ea"/>
              </a:rPr>
              <a:t>               : </a:t>
            </a:r>
            <a:r>
              <a:rPr lang="ko-KR" altLang="en-US" sz="1600" dirty="0">
                <a:latin typeface="+mj-ea"/>
                <a:ea typeface="+mj-ea"/>
              </a:rPr>
              <a:t>경향선교회</a:t>
            </a:r>
            <a:endParaRPr lang="en-US" altLang="ko-KR" sz="1600" dirty="0">
              <a:latin typeface="+mj-ea"/>
              <a:ea typeface="+mj-ea"/>
            </a:endParaRPr>
          </a:p>
          <a:p>
            <a:pPr lvl="1">
              <a:defRPr sz="1400"/>
            </a:pPr>
            <a:r>
              <a:rPr lang="en-US" altLang="ko-KR" sz="1600" dirty="0">
                <a:solidFill>
                  <a:srgbClr val="FF0000"/>
                </a:solidFill>
                <a:latin typeface="+mj-ea"/>
                <a:ea typeface="+mj-ea"/>
              </a:rPr>
              <a:t>               :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경향복지재단</a:t>
            </a: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</a:p>
          <a:p>
            <a:pPr marR="0" lvl="0" algn="just" fontAlgn="base" latinLnBrk="1"/>
            <a:r>
              <a:rPr lang="en-US" altLang="ko-KR" sz="1600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</a:t>
            </a: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성민종합사회복지관</a:t>
            </a: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lvl="0" algn="just" fontAlgn="base" latinLnBrk="1"/>
            <a:r>
              <a:rPr lang="en-US" altLang="ko-KR" sz="1600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-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경향지역아동센터</a:t>
            </a:r>
            <a:endParaRPr lang="ko-KR" altLang="en-US" sz="1600" kern="0" spc="0" dirty="0">
              <a:solidFill>
                <a:srgbClr val="FF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/>
            <a:r>
              <a:rPr lang="en-US" altLang="ko-KR" sz="1600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- </a:t>
            </a:r>
            <a:r>
              <a:rPr lang="ko-KR" altLang="en-US" sz="1600" kern="0" spc="0" dirty="0" err="1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우리동네키움센터</a:t>
            </a:r>
            <a:endParaRPr lang="en-US" altLang="ko-KR" sz="1600" kern="0" dirty="0">
              <a:solidFill>
                <a:srgbClr val="FF0000"/>
              </a:solidFill>
              <a:latin typeface="함초롬바탕" panose="02030604000101010101" pitchFamily="18" charset="-127"/>
            </a:endParaRPr>
          </a:p>
          <a:p>
            <a:pPr marL="0" marR="0" indent="0" algn="just" fontAlgn="base" latinLnBrk="1"/>
            <a:r>
              <a:rPr lang="en-US" altLang="ko-KR" sz="1600" kern="0" spc="0" dirty="0">
                <a:solidFill>
                  <a:srgbClr val="FF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                    :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경향학원</a:t>
            </a:r>
            <a:endParaRPr lang="ko-KR" altLang="en-US" sz="1600" kern="0" spc="0" dirty="0">
              <a:solidFill>
                <a:srgbClr val="FF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/>
            <a:r>
              <a:rPr lang="en-US" altLang="ko-KR" sz="1600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-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경복여자고등학교</a:t>
            </a:r>
            <a:endParaRPr lang="ko-KR" altLang="en-US" sz="1600" kern="0" spc="0" dirty="0">
              <a:solidFill>
                <a:srgbClr val="FF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/>
            <a:r>
              <a:rPr lang="en-US" altLang="ko-KR" sz="1600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-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경복비즈니스고등학교</a:t>
            </a:r>
            <a:endParaRPr lang="en-US" altLang="ko-KR" sz="1600" kern="0" dirty="0">
              <a:solidFill>
                <a:srgbClr val="FF0000"/>
              </a:solidFill>
              <a:latin typeface="함초롬바탕" panose="02030604000101010101" pitchFamily="18" charset="-127"/>
            </a:endParaRPr>
          </a:p>
          <a:p>
            <a:pPr marL="0" marR="0" indent="0" algn="just" fontAlgn="base" latinLnBrk="1"/>
            <a:r>
              <a:rPr lang="en-US" altLang="ko-KR" sz="1600" kern="0" spc="0" dirty="0">
                <a:solidFill>
                  <a:srgbClr val="FF0000"/>
                </a:solidFill>
                <a:effectLst/>
                <a:latin typeface="함초롬바탕" panose="02030604000101010101" pitchFamily="18" charset="-127"/>
                <a:ea typeface="맑은 고딕" panose="020B0503020000020004" pitchFamily="50" charset="-127"/>
              </a:rPr>
              <a:t>                         : </a:t>
            </a:r>
            <a:r>
              <a:rPr lang="ko-KR" altLang="en-US" sz="1600" kern="0" spc="0" dirty="0" err="1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경향키즈놀이학원</a:t>
            </a:r>
            <a:endParaRPr lang="ko-KR" altLang="en-US" sz="1600" kern="0" spc="0" dirty="0">
              <a:solidFill>
                <a:srgbClr val="FF0000"/>
              </a:solidFill>
              <a:effectLst/>
              <a:latin typeface="함초롬바탕" panose="02030604000101010101" pitchFamily="18" charset="-127"/>
            </a:endParaRPr>
          </a:p>
          <a:p>
            <a:pPr marR="0" lvl="0" algn="just" fontAlgn="base" latinLnBrk="1"/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</a:t>
            </a: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해바라기어린이집</a:t>
            </a: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kern="0" spc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배다리어린이집</a:t>
            </a:r>
            <a:endParaRPr lang="ko-KR" altLang="en-US" sz="1600" kern="0" spc="0" dirty="0">
              <a:solidFill>
                <a:srgbClr val="FF0000"/>
              </a:solidFill>
              <a:effectLst/>
              <a:latin typeface="함초롬바탕" panose="02030604000101010101" pitchFamily="18" charset="-127"/>
            </a:endParaRPr>
          </a:p>
          <a:p>
            <a:pPr lvl="1">
              <a:defRPr sz="1400"/>
            </a:pPr>
            <a:endParaRPr lang="en-US" altLang="ko-KR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955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9FD4-BCE8-7A49-3181-ADF118F6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536F1288-2BCD-BC02-25F9-353FB3626BE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08781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목차 항목</a:t>
            </a:r>
            <a:endParaRPr kumimoji="0" lang="en-US" altLang="ko-KR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R="0" lvl="0" algn="l" defTabSz="457200" rtl="0" eaLnBrk="1" fontAlgn="base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+mj-cs"/>
              </a:rPr>
              <a:t> 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A88F761-C179-33C3-B352-4E38E17BF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4" y="966279"/>
            <a:ext cx="4038600" cy="5531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                    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54DD3-B7A0-4CC3-BAF6-45E83ADBC5B2}"/>
              </a:ext>
            </a:extLst>
          </p:cNvPr>
          <p:cNvSpPr txBox="1"/>
          <p:nvPr/>
        </p:nvSpPr>
        <p:spPr>
          <a:xfrm>
            <a:off x="457200" y="737679"/>
            <a:ext cx="7572376" cy="501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 sz="1400"/>
            </a:pPr>
            <a:r>
              <a:rPr lang="ko-KR" altLang="en-US" sz="2500" b="1" dirty="0">
                <a:latin typeface="+mj-ea"/>
                <a:ea typeface="+mj-ea"/>
              </a:rPr>
              <a:t>교회활동</a:t>
            </a:r>
            <a:endParaRPr lang="en-US" altLang="ko-KR" sz="25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2000" dirty="0">
                <a:latin typeface="+mj-ea"/>
                <a:ea typeface="+mj-ea"/>
              </a:rPr>
              <a:t>      </a:t>
            </a:r>
            <a:r>
              <a:rPr lang="ko-KR" altLang="en-US" sz="2000" b="1" dirty="0">
                <a:latin typeface="+mj-ea"/>
                <a:ea typeface="+mj-ea"/>
              </a:rPr>
              <a:t>교회일정</a:t>
            </a:r>
            <a:r>
              <a:rPr lang="en-US" altLang="ko-KR" sz="2000" b="1" dirty="0">
                <a:latin typeface="+mj-ea"/>
                <a:ea typeface="+mj-ea"/>
              </a:rPr>
              <a:t>(</a:t>
            </a:r>
            <a:r>
              <a:rPr lang="ko-KR" altLang="en-US" sz="2000" b="1" dirty="0">
                <a:latin typeface="+mj-ea"/>
                <a:ea typeface="+mj-ea"/>
              </a:rPr>
              <a:t>월</a:t>
            </a:r>
            <a:r>
              <a:rPr lang="en-US" altLang="ko-KR" sz="2000" b="1" dirty="0">
                <a:latin typeface="+mj-ea"/>
                <a:ea typeface="+mj-ea"/>
              </a:rPr>
              <a:t>/</a:t>
            </a:r>
            <a:r>
              <a:rPr lang="ko-KR" altLang="en-US" sz="2000" b="1" dirty="0">
                <a:latin typeface="+mj-ea"/>
                <a:ea typeface="+mj-ea"/>
              </a:rPr>
              <a:t>일</a:t>
            </a:r>
            <a:r>
              <a:rPr lang="en-US" altLang="ko-KR" sz="2000" b="1" dirty="0">
                <a:latin typeface="+mj-ea"/>
                <a:ea typeface="+mj-ea"/>
              </a:rPr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2000" b="1" dirty="0">
                <a:latin typeface="+mj-ea"/>
                <a:ea typeface="+mj-ea"/>
              </a:rPr>
              <a:t>      </a:t>
            </a:r>
            <a:r>
              <a:rPr lang="ko-KR" altLang="en-US" sz="2000" b="1" dirty="0">
                <a:latin typeface="+mj-ea"/>
                <a:ea typeface="+mj-ea"/>
              </a:rPr>
              <a:t>주보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2000" b="1" dirty="0">
                <a:latin typeface="+mj-ea"/>
                <a:ea typeface="+mj-ea"/>
              </a:rPr>
              <a:t>      </a:t>
            </a:r>
            <a:r>
              <a:rPr lang="ko-KR" altLang="en-US" sz="2000" b="1" dirty="0">
                <a:latin typeface="+mj-ea"/>
                <a:ea typeface="+mj-ea"/>
              </a:rPr>
              <a:t>교회소식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: </a:t>
            </a:r>
            <a:r>
              <a:rPr lang="ko-KR" altLang="en-US" sz="1400" dirty="0">
                <a:latin typeface="+mj-ea"/>
                <a:ea typeface="+mj-ea"/>
              </a:rPr>
              <a:t>영상뉴스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: </a:t>
            </a:r>
            <a:r>
              <a:rPr lang="ko-KR" altLang="en-US" sz="1400" dirty="0">
                <a:latin typeface="+mj-ea"/>
                <a:ea typeface="+mj-ea"/>
              </a:rPr>
              <a:t>교회소식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dirty="0">
                <a:latin typeface="+mj-ea"/>
                <a:ea typeface="+mj-ea"/>
              </a:rPr>
              <a:t>             : </a:t>
            </a:r>
            <a:r>
              <a:rPr lang="ko-KR" altLang="en-US" sz="1400" dirty="0">
                <a:latin typeface="+mj-ea"/>
                <a:ea typeface="+mj-ea"/>
              </a:rPr>
              <a:t>교우소식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ko-KR" altLang="en-US" sz="1400" b="1" dirty="0">
                <a:latin typeface="+mj-ea"/>
                <a:ea typeface="+mj-ea"/>
              </a:rPr>
              <a:t>         </a:t>
            </a:r>
            <a:r>
              <a:rPr lang="ko-KR" altLang="en-US" sz="2000" b="1" dirty="0">
                <a:latin typeface="+mj-ea"/>
                <a:ea typeface="+mj-ea"/>
              </a:rPr>
              <a:t>교단소식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2000" b="1" dirty="0">
                <a:latin typeface="+mj-ea"/>
                <a:ea typeface="+mj-ea"/>
              </a:rPr>
              <a:t>      </a:t>
            </a:r>
            <a:r>
              <a:rPr lang="ko-KR" altLang="en-US" sz="2000" b="1" dirty="0" err="1">
                <a:latin typeface="+mj-ea"/>
                <a:ea typeface="+mj-ea"/>
              </a:rPr>
              <a:t>경향의일주일</a:t>
            </a: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endParaRPr lang="en-US" altLang="ko-KR" sz="20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b="1" dirty="0">
                <a:solidFill>
                  <a:srgbClr val="FF0000"/>
                </a:solidFill>
                <a:latin typeface="+mj-ea"/>
                <a:ea typeface="+mj-ea"/>
              </a:rPr>
              <a:t>       * </a:t>
            </a:r>
            <a:r>
              <a:rPr lang="ko-KR" altLang="en-US" sz="1400" b="1" dirty="0">
                <a:solidFill>
                  <a:srgbClr val="FF0000"/>
                </a:solidFill>
                <a:latin typeface="+mj-ea"/>
                <a:ea typeface="+mj-ea"/>
              </a:rPr>
              <a:t>교구친선리그에 어디에 넣을지 논의 필요함 </a:t>
            </a:r>
            <a:endParaRPr lang="en-US" altLang="ko-KR" sz="1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 sz="1400"/>
            </a:pPr>
            <a:r>
              <a:rPr lang="en-US" altLang="ko-KR" sz="1400" b="1" dirty="0">
                <a:solidFill>
                  <a:srgbClr val="FF0000"/>
                </a:solidFill>
                <a:latin typeface="+mj-ea"/>
                <a:ea typeface="+mj-ea"/>
              </a:rPr>
              <a:t>       * </a:t>
            </a:r>
            <a:r>
              <a:rPr lang="ko-KR" altLang="en-US" sz="1400" b="1" dirty="0">
                <a:solidFill>
                  <a:srgbClr val="FF0000"/>
                </a:solidFill>
                <a:latin typeface="+mj-ea"/>
                <a:ea typeface="+mj-ea"/>
              </a:rPr>
              <a:t>미디어부에서 전체적으로 항목 정리 필요해 보임</a:t>
            </a:r>
            <a:r>
              <a:rPr lang="en-US" altLang="ko-KR" sz="1400" b="1" dirty="0">
                <a:solidFill>
                  <a:srgbClr val="FF0000"/>
                </a:solidFill>
                <a:latin typeface="+mj-ea"/>
                <a:ea typeface="+mj-ea"/>
              </a:rPr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9273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41AD8-330A-4E7B-A195-74919979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731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[</a:t>
            </a:r>
            <a:r>
              <a:rPr lang="ko-KR" altLang="en-US" sz="3600" b="1" dirty="0"/>
              <a:t>교역자 업무 보고</a:t>
            </a:r>
            <a:r>
              <a:rPr lang="en-US" altLang="ko-KR" sz="3600" b="1" dirty="0"/>
              <a:t>]</a:t>
            </a:r>
            <a:r>
              <a:rPr lang="ko-KR" altLang="en-US" sz="3600" b="1" dirty="0"/>
              <a:t>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117EBD-ABCF-4476-BC7D-4B253423A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399" y="933450"/>
            <a:ext cx="8382001" cy="55313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2600" b="1" dirty="0"/>
              <a:t>1. </a:t>
            </a:r>
            <a:r>
              <a:rPr lang="ko-KR" altLang="en-US" sz="2600" b="1" dirty="0"/>
              <a:t>업무결과보고</a:t>
            </a:r>
            <a:endParaRPr lang="en-US" altLang="ko-KR" sz="2600" b="1" dirty="0"/>
          </a:p>
          <a:p>
            <a:pPr marL="0" indent="0">
              <a:buNone/>
            </a:pPr>
            <a:r>
              <a:rPr lang="en-US" altLang="ko-KR" sz="1800" b="1" dirty="0">
                <a:latin typeface="+mj-ea"/>
                <a:ea typeface="+mj-ea"/>
              </a:rPr>
              <a:t>    1) </a:t>
            </a:r>
            <a:r>
              <a:rPr lang="ko-KR" altLang="en-US" sz="1800" b="1" dirty="0">
                <a:latin typeface="+mj-ea"/>
                <a:ea typeface="+mj-ea"/>
              </a:rPr>
              <a:t>전체 목차 구성 </a:t>
            </a:r>
            <a:r>
              <a:rPr lang="en-US" altLang="ko-KR" sz="1800" b="1" dirty="0">
                <a:latin typeface="+mj-ea"/>
                <a:ea typeface="+mj-ea"/>
              </a:rPr>
              <a:t>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</a:p>
          <a:p>
            <a:pPr marL="0" indent="0">
              <a:buNone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  <a:r>
              <a:rPr lang="en-US" altLang="ko-KR" sz="1800" b="1" kern="0" dirty="0">
                <a:solidFill>
                  <a:srgbClr val="000000"/>
                </a:solidFill>
                <a:latin typeface="+mj-ea"/>
                <a:ea typeface="+mj-ea"/>
              </a:rPr>
              <a:t>2) </a:t>
            </a:r>
            <a:r>
              <a:rPr lang="ko-KR" altLang="en-US" sz="1800" b="1" kern="0" dirty="0">
                <a:solidFill>
                  <a:srgbClr val="000000"/>
                </a:solidFill>
                <a:latin typeface="+mj-ea"/>
                <a:ea typeface="+mj-ea"/>
              </a:rPr>
              <a:t>목차 세부 내용</a:t>
            </a:r>
            <a:endParaRPr lang="en-US" altLang="ko-KR" sz="18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b="1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b="1" kern="0" dirty="0">
                <a:solidFill>
                  <a:srgbClr val="000000"/>
                </a:solidFill>
                <a:latin typeface="+mj-ea"/>
                <a:ea typeface="+mj-ea"/>
              </a:rPr>
              <a:t>교육</a:t>
            </a:r>
            <a:r>
              <a:rPr lang="en-US" altLang="ko-KR" sz="1800" b="1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0" indent="0">
              <a:buNone/>
              <a:defRPr sz="1800" b="1"/>
            </a:pP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      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목양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사역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800" kern="0" dirty="0" err="1">
                <a:solidFill>
                  <a:srgbClr val="000000"/>
                </a:solidFill>
                <a:latin typeface="+mj-ea"/>
                <a:ea typeface="+mj-ea"/>
              </a:rPr>
              <a:t>별들의학교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신학교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선교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</a:p>
          <a:p>
            <a:pPr marL="0" indent="0">
              <a:buNone/>
              <a:defRPr sz="1800" b="1"/>
            </a:pPr>
            <a:endParaRPr lang="en-US" altLang="ko-KR" sz="20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2600" kern="0" dirty="0">
                <a:solidFill>
                  <a:srgbClr val="000000"/>
                </a:solidFill>
                <a:latin typeface="+mj-ea"/>
                <a:ea typeface="+mj-ea"/>
              </a:rPr>
              <a:t>2. </a:t>
            </a:r>
            <a:r>
              <a:rPr lang="ko-KR" altLang="en-US" sz="2600" kern="0" dirty="0">
                <a:solidFill>
                  <a:srgbClr val="000000"/>
                </a:solidFill>
                <a:latin typeface="+mj-ea"/>
                <a:ea typeface="+mj-ea"/>
              </a:rPr>
              <a:t>업무계획보고</a:t>
            </a:r>
            <a:endParaRPr lang="en-US" altLang="ko-KR" sz="2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20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1)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목차 세부 내용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교회소개 중 교회안내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소개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역사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사역 중 경향복지재단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경향학원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 err="1">
                <a:solidFill>
                  <a:srgbClr val="000000"/>
                </a:solidFill>
                <a:latin typeface="+mj-ea"/>
                <a:ea typeface="+mj-ea"/>
              </a:rPr>
              <a:t>경향키즈놀이학원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          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배다리어린이집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해바라기어린이집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2)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담임목사님께 보고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및 반영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3)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미디어부와 협력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0" indent="0">
              <a:buNone/>
              <a:defRPr sz="1800" b="1"/>
            </a:pP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2600" kern="0" dirty="0">
                <a:solidFill>
                  <a:srgbClr val="000000"/>
                </a:solidFill>
                <a:latin typeface="+mj-ea"/>
                <a:ea typeface="+mj-ea"/>
              </a:rPr>
              <a:t>3. </a:t>
            </a:r>
            <a:r>
              <a:rPr lang="ko-KR" altLang="en-US" sz="2600" kern="0" dirty="0">
                <a:solidFill>
                  <a:srgbClr val="000000"/>
                </a:solidFill>
                <a:latin typeface="+mj-ea"/>
                <a:ea typeface="+mj-ea"/>
              </a:rPr>
              <a:t>문의 </a:t>
            </a:r>
            <a:endParaRPr lang="en-US" altLang="ko-KR" sz="2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24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- ‘</a:t>
            </a:r>
            <a:r>
              <a:rPr lang="ko-KR" altLang="en-US" sz="1800" kern="0" dirty="0" err="1">
                <a:solidFill>
                  <a:srgbClr val="000000"/>
                </a:solidFill>
                <a:latin typeface="+mj-ea"/>
                <a:ea typeface="+mj-ea"/>
              </a:rPr>
              <a:t>경향다움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’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진행 상황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적용 범위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소개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역사 담당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en-US" sz="1800" kern="0" dirty="0" err="1">
                <a:solidFill>
                  <a:srgbClr val="000000"/>
                </a:solidFill>
                <a:latin typeface="+mj-ea"/>
                <a:ea typeface="+mj-ea"/>
              </a:rPr>
              <a:t>최유빈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 목사님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</a:t>
            </a: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5721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41AD8-330A-4E7B-A195-74919979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731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[</a:t>
            </a:r>
            <a:r>
              <a:rPr lang="ko-KR" altLang="en-US" sz="3600" b="1" dirty="0"/>
              <a:t>미디어부에 협력 요청</a:t>
            </a:r>
            <a:r>
              <a:rPr lang="en-US" altLang="ko-KR" sz="3600" b="1" dirty="0"/>
              <a:t>]</a:t>
            </a:r>
            <a:r>
              <a:rPr lang="ko-KR" altLang="en-US" sz="3600" b="1" dirty="0"/>
              <a:t>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117EBD-ABCF-4476-BC7D-4B253423A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399" y="933450"/>
            <a:ext cx="8382001" cy="5531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/>
              <a:t>1. </a:t>
            </a:r>
            <a:r>
              <a:rPr lang="ko-KR" altLang="en-US" sz="2400" b="1" dirty="0"/>
              <a:t>진행된 업무에 대한 작업 착수  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sz="1800" b="1" dirty="0">
                <a:latin typeface="+mj-ea"/>
                <a:ea typeface="+mj-ea"/>
              </a:rPr>
              <a:t>    1) </a:t>
            </a:r>
            <a:r>
              <a:rPr lang="ko-KR" altLang="en-US" sz="1800" b="1" dirty="0">
                <a:latin typeface="+mj-ea"/>
                <a:ea typeface="+mj-ea"/>
              </a:rPr>
              <a:t>전체 목차 구성 </a:t>
            </a:r>
            <a:r>
              <a:rPr lang="en-US" altLang="ko-KR" sz="1800" b="1" dirty="0">
                <a:latin typeface="+mj-ea"/>
                <a:ea typeface="+mj-ea"/>
              </a:rPr>
              <a:t>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</a:p>
          <a:p>
            <a:pPr marL="0" indent="0">
              <a:buNone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  <a:r>
              <a:rPr lang="en-US" altLang="ko-KR" sz="1800" b="1" kern="0" dirty="0">
                <a:solidFill>
                  <a:srgbClr val="000000"/>
                </a:solidFill>
                <a:latin typeface="+mj-ea"/>
                <a:ea typeface="+mj-ea"/>
              </a:rPr>
              <a:t>2) </a:t>
            </a:r>
            <a:r>
              <a:rPr lang="ko-KR" altLang="en-US" sz="1800" b="1" kern="0" dirty="0">
                <a:solidFill>
                  <a:srgbClr val="000000"/>
                </a:solidFill>
                <a:latin typeface="+mj-ea"/>
                <a:ea typeface="+mj-ea"/>
              </a:rPr>
              <a:t>목차 세부 내용</a:t>
            </a:r>
            <a:endParaRPr lang="en-US" altLang="ko-KR" sz="18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b="1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b="1" kern="0" dirty="0">
                <a:solidFill>
                  <a:srgbClr val="000000"/>
                </a:solidFill>
                <a:latin typeface="+mj-ea"/>
                <a:ea typeface="+mj-ea"/>
              </a:rPr>
              <a:t>교육</a:t>
            </a:r>
            <a:r>
              <a:rPr lang="en-US" altLang="ko-KR" sz="1800" b="1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0" indent="0">
              <a:buNone/>
              <a:defRPr sz="1800" b="1"/>
            </a:pP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      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목양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사역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800" kern="0" dirty="0" err="1">
                <a:solidFill>
                  <a:srgbClr val="000000"/>
                </a:solidFill>
                <a:latin typeface="+mj-ea"/>
                <a:ea typeface="+mj-ea"/>
              </a:rPr>
              <a:t>별들의학교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신학교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선교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</a:p>
          <a:p>
            <a:pPr marL="0" indent="0">
              <a:buNone/>
              <a:defRPr sz="1800" b="1"/>
            </a:pPr>
            <a:r>
              <a:rPr lang="en-US" altLang="ko-KR" sz="20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0" indent="0">
              <a:buNone/>
              <a:defRPr sz="1800" b="1"/>
            </a:pPr>
            <a:r>
              <a:rPr lang="en-US" altLang="ko-KR" sz="2400" kern="0" dirty="0">
                <a:solidFill>
                  <a:srgbClr val="000000"/>
                </a:solidFill>
                <a:latin typeface="+mj-ea"/>
                <a:ea typeface="+mj-ea"/>
              </a:rPr>
              <a:t>2. </a:t>
            </a:r>
            <a:r>
              <a:rPr lang="ko-KR" altLang="en-US" sz="2400" kern="0" dirty="0">
                <a:solidFill>
                  <a:srgbClr val="000000"/>
                </a:solidFill>
                <a:latin typeface="+mj-ea"/>
                <a:ea typeface="+mj-ea"/>
              </a:rPr>
              <a:t>디자인 위주의 업무에 대한 작업 착수 </a:t>
            </a:r>
            <a:endParaRPr lang="en-US" altLang="ko-KR" sz="2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2000" kern="0" dirty="0">
                <a:solidFill>
                  <a:srgbClr val="000000"/>
                </a:solidFill>
                <a:latin typeface="+mj-ea"/>
                <a:ea typeface="+mj-ea"/>
              </a:rPr>
              <a:t>    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1)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목차 세부 내용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  -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교회소개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예배</a:t>
            </a: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교회활동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    2) </a:t>
            </a:r>
            <a:r>
              <a:rPr lang="ko-KR" altLang="en-US" sz="1800" kern="0" dirty="0">
                <a:solidFill>
                  <a:srgbClr val="000000"/>
                </a:solidFill>
                <a:latin typeface="+mj-ea"/>
                <a:ea typeface="+mj-ea"/>
              </a:rPr>
              <a:t>홈페이지 메인 화면 구성 </a:t>
            </a: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endParaRPr lang="en-US" altLang="ko-KR" sz="18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  <a:defRPr sz="1800" b="1"/>
            </a:pPr>
            <a:r>
              <a:rPr lang="en-US" altLang="ko-KR" sz="18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800" kern="0" dirty="0">
                <a:solidFill>
                  <a:srgbClr val="FF0000"/>
                </a:solidFill>
                <a:latin typeface="+mj-ea"/>
                <a:ea typeface="+mj-ea"/>
              </a:rPr>
              <a:t>*  </a:t>
            </a:r>
            <a:r>
              <a:rPr lang="ko-KR" altLang="en-US" sz="1800" kern="0" dirty="0">
                <a:solidFill>
                  <a:srgbClr val="FF0000"/>
                </a:solidFill>
                <a:latin typeface="+mj-ea"/>
                <a:ea typeface="+mj-ea"/>
              </a:rPr>
              <a:t>홈페이지 잘 단장된 교회들 참고</a:t>
            </a:r>
            <a:endParaRPr lang="en-US" altLang="ko-KR" sz="1800" kern="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935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600</Words>
  <Application>Microsoft Office PowerPoint</Application>
  <PresentationFormat>화면 슬라이드 쇼(4:3)</PresentationFormat>
  <Paragraphs>143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함초롬바탕</vt:lpstr>
      <vt:lpstr>Arial</vt:lpstr>
      <vt:lpstr>Calibri</vt:lpstr>
      <vt:lpstr>Wingdings</vt:lpstr>
      <vt:lpstr>Office Theme</vt:lpstr>
      <vt:lpstr>경향교회 홈페이지 개편안</vt:lpstr>
      <vt:lpstr>PowerPoint 프레젠테이션</vt:lpstr>
      <vt:lpstr>[변경 목차]                              * 참고:  사랑의교회   </vt:lpstr>
      <vt:lpstr>PowerPoint 프레젠테이션</vt:lpstr>
      <vt:lpstr>PowerPoint 프레젠테이션</vt:lpstr>
      <vt:lpstr>PowerPoint 프레젠테이션</vt:lpstr>
      <vt:lpstr>PowerPoint 프레젠테이션</vt:lpstr>
      <vt:lpstr>[교역자 업무 보고] </vt:lpstr>
      <vt:lpstr>[미디어부에 협력 요청]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2013-01-27T09:14:16Z</dcterms:created>
  <dc:creator>edu-gsson;cj:E6Ou1Krhak9HQMlTxVwtvKgF/zY=∥joireh@cj.net;</dc:creator>
  <dc:description>generated using python-pptx</dc:description>
  <cp:lastModifiedBy>User</cp:lastModifiedBy>
  <dcterms:modified xsi:type="dcterms:W3CDTF">2026-08-08T09:33:15Z</dcterms:modified>
  <cp:revision>56</cp:revision>
  <dc:title>경향교회 홈페이지 개편안</dc:title>
</cp:coreProperties>
</file>